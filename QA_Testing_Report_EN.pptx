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1349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Testing Report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tested, what we found, and how to fix 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29888" y="4114800"/>
            <a:ext cx="640080" cy="640080"/>
          </a:xfrm>
          <a:prstGeom prst="ellipse">
            <a:avLst/>
          </a:prstGeom>
          <a:solidFill>
            <a:srgbClr val="1349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6192" y="4261104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75808" y="4114800"/>
            <a:ext cx="640080" cy="640080"/>
          </a:xfrm>
          <a:prstGeom prst="ellipse">
            <a:avLst/>
          </a:prstGeom>
          <a:solidFill>
            <a:srgbClr val="1349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112" y="4261104"/>
            <a:ext cx="347472" cy="3474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21728" y="4114800"/>
            <a:ext cx="640080" cy="640080"/>
          </a:xfrm>
          <a:prstGeom prst="ellipse">
            <a:avLst/>
          </a:prstGeom>
          <a:solidFill>
            <a:srgbClr val="13496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032" y="426110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3533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01952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testing: scope &amp; approach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432304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41401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testing: scenarios &amp; results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2962656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62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9443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Functional/UI testing: approach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3493008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93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474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 flow issues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371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13533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validation issues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1901952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901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18836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user-isolation issues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2432304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241401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issues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09360" y="2962656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962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29443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data &amp; order issues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09360" y="3493008"/>
            <a:ext cx="329184" cy="329184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493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3474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2600" y="12801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AF3F8"/>
          </a:solidFill>
          <a:ln/>
        </p:spPr>
      </p:sp>
      <p:sp>
        <p:nvSpPr>
          <p:cNvPr id="4" name="Text 2"/>
          <p:cNvSpPr/>
          <p:nvPr/>
        </p:nvSpPr>
        <p:spPr>
          <a:xfrm>
            <a:off x="682600" y="1417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4040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53232" y="12801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AF3F8"/>
          </a:solidFill>
          <a:ln/>
        </p:spPr>
      </p:sp>
      <p:sp>
        <p:nvSpPr>
          <p:cNvPr id="7" name="Text 5"/>
          <p:cNvSpPr/>
          <p:nvPr/>
        </p:nvSpPr>
        <p:spPr>
          <a:xfrm>
            <a:off x="3453232" y="1417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34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544672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tested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3864" y="12801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AF3F8"/>
          </a:solidFill>
          <a:ln/>
        </p:spPr>
      </p:sp>
      <p:sp>
        <p:nvSpPr>
          <p:cNvPr id="10" name="Text 8"/>
          <p:cNvSpPr/>
          <p:nvPr/>
        </p:nvSpPr>
        <p:spPr>
          <a:xfrm>
            <a:off x="6223864" y="1417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15304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passing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94496" y="12801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A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8994496" y="1417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085936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50215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29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systems tested: database, API, and website UI/functionality.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05079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977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confirm data integrity, correct API responses, and a smooth user journey.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59943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526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throughout, with full documentation for every case.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514807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0749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not just "what failed", but why — and what fix is needed.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6517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Testing — Scope &amp; Approach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test cases designed against the Northwind database (SQL Server), covering 20 tables.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CEFD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83664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737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all 88 cases are designed and documented, but not yet executed — no actual results recorded yet.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272491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Checks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31520" y="309067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each table has the expected number of records.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26517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13" name="Text 9"/>
          <p:cNvSpPr/>
          <p:nvPr/>
        </p:nvSpPr>
        <p:spPr>
          <a:xfrm>
            <a:off x="6355080" y="272491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355080" y="309067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key fields (e.g. IDs) are never empty.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391363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31520" y="427939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primary/composite keys.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72200" y="384048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19" name="Text 15"/>
          <p:cNvSpPr/>
          <p:nvPr/>
        </p:nvSpPr>
        <p:spPr>
          <a:xfrm>
            <a:off x="6355080" y="391363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355080" y="427939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always point to a valid row.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Testing — Sample Designed Checks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queries are written and ready — pending execution against the live database.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292608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2103120"/>
                <a:gridCol w="3319272"/>
                <a:gridCol w="118872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DB-TC-001/002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&amp; all 20 tables exist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successfully; all expected tables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DB-TC-036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 integrity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order_details → 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orphan rows (no broken foreign keys)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DB-TC-048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date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shipped_date is never earlier than order_date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DB-TC-012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key uniqueness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employee_privileges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duplicate (employee_id, privilege_id) pairs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6344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4846320"/>
            <a:ext cx="10835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88 designed queries against the live database and record actual results — starting with the 40 High-priority cases (foreign key checks especially).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49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6517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Scenarios &amp; Results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 cases against the automationexercise.com REST API — covering Products, Authentication, User Management, and Brands.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377440" cy="23774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148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783080"/>
          <a:ext cx="8412480" cy="2743200"/>
        </p:xfrm>
        <a:graphic>
          <a:graphicData uri="http://schemas.openxmlformats.org/drawingml/2006/table">
            <a:tbl>
              <a:tblPr/>
              <a:tblGrid>
                <a:gridCol w="4297680"/>
                <a:gridCol w="1371600"/>
                <a:gridCol w="2743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method (POST to a GET-only endpoint)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 — Method not supported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required parameter (search_product)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— Bad request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invalid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— User not found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account with valid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User created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70916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edge cases (bad input, wrong method, wrong credentials) were handled correctly — a strong sign of backend stability.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6517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/ UI Testing — Approach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test cases covering the real user journey: cart, login, search, filters, and checkout — all tested manually.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5468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5468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15468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76072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76072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00888" y="370332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3496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72" y="388620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2328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92328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issues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895448" y="370332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3496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832" y="3886200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986888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986888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issues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90008" y="370332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349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92" y="3886200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1448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Isolation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181448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issues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284568" y="370332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3496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952" y="3886200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76008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376008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issues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9479128" y="370332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3496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5512" y="388620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70568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Data &amp; Orders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9570568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issues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53492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counts reflect individual failing test cases; a few share the same root cause, giving 14 distinct issues overall.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slides walk through each issue: what we tested, what we found, and the recommended fix.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Checkout Issues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4358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4358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TC_011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74520" y="120700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remove option shown for an empty cart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the cart with no items and looked for a remove (X) button.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62556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 or message appears. Should show an "Your cart is empty" message with a link to shop.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07238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07238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TC_015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74520" y="303580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can't go below 1 — but no feedback shown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3456432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"-" repeatedly on a cart item already at quantity 1.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91356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isn't disabled and no message appears. Should disable "-" at 1, or prompt to remove the item.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490118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90118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TC_017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74520" y="486460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while signed out doesn't return user to cart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5285232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to check out while logged out.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820156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sent to sign-in but not returned to checkout after logging in — flow should resume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Validation Issues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8930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893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TC_055-057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74520" y="125272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errors for empty login fields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logging in with empty username, empty password, and both empty.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"Invalid Username/Password" instead of a required-field message — implies wrong data when none was entered.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specific messages, e.g. "Username is required" / "Password is required."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94106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94106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TC_058-059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390448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aren't case-sensitive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432511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with correct credentials but different letter casing.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5604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auto-converts the case and logs in anyway — a security gap, especially for the password.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58698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strict case-sensitivity for passwords; define a clear policy for usernames.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Handling &amp; Session Issues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8930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893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TC_065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74520" y="125272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fails due to extra spaces in 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correct username/password with leading and trailing spaces.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rejected as "invalid" even though the core data was correct.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whitespace from input fields before submitting to the server.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94106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94106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TC_064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390448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isn't shared across browser tabs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432511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on one tab, then opened the site in a new tab.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5604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 required logging in again — session isn't shared.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58698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session state via cookies or localStorage across tabs on the same domain.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Data Isolation Issues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8930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893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TC_068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74520" y="125272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user's cart appears for another user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item as User A, logged out, then logged in as User B.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B's cart showed the item User A added — a real security/privacy risk, not just a bug.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cart data to the User ID; clear local cart data fully on logout.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94106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94106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TC_043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390448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list is cleared after logout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432511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favorite item, logged out, then logged back into the same account.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5604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list came back empty — data isn't persisted beyond the session.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58698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favorites in the database linked to the User ID, not just the session.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 Issues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8930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893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74520" y="125272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resets after a page refresh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brand filter (Apple), then refreshed the page.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was cleared and all products reappeared — the choice isn't saved anywhere.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filter state via URL query parameters or local storage.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94106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94106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TC_035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390448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search term doesn't return expected results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4325112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a known, existing keyword ("iPhone").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56048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didn't match what was expected, weakening user trust in search.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586984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matching logic — full vs partial match, multi-word product names.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Data &amp; Order Issues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4358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4358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TC_074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74520" y="120700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email format is accepted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an invalid email ("abc123") at checkout and submitted.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62556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with no error. Add email format validation (@ + domain) before submit.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07238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07238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TC_078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74520" y="303580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character limit on text fields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3456432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a 200+ character name in the checkout form.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91356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with no limit or warning. Add a reasonable max-length validation.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490118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90118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TC_080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74520" y="4864608"/>
            <a:ext cx="9582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gets duplicated on page refresh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5285232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 order, then refreshed the confirmation page.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820156"/>
            <a:ext cx="10725912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Fix: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was duplicated — risk of double-charging. Use an Idempotency Key or Post-Redirect-Get pattern.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4 originally-logged cases (TC_071, TC_072, TC_006, TC_007) were removed after review — 2 were documentation mix-ups, and 2 did not reflect the actual site behavior on re-check.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3017520"/>
          </a:xfrm>
          <a:prstGeom prst="roundRect">
            <a:avLst>
              <a:gd name="adj" fmla="val 3636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14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88 cases designed, 0 executed yet — execution is the next step.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218688"/>
            <a:ext cx="109728" cy="109728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363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14/14 passed (100%) — backend handled all edge cases correctly.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109728" cy="109728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5818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Functional/UI: 70 total cases — 53 passed, 17 failing cases representing 14 distinct issues.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13496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496B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288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36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database test suite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07568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40 High-priority cases, especially foreign key checks.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496B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19088" y="18288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36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security &amp; isolation issues first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207568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isolation and order duplication are real risks, not minor bugs.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3044952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496B">
              <a:alpha val="7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36499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02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172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validation messages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36118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checkout forms need clear, specific error messages.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17920" y="3044952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496B">
              <a:alpha val="7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419088" y="336499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50215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172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documentation accuracy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23760" y="36118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couple of cases were mis-labeled — worth a quick audit pass.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48640" y="534924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the site is in good shape — but these are real fixes worth prioritizing before launch.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114800" cy="4114800"/>
          </a:xfrm>
          <a:prstGeom prst="ellipse">
            <a:avLst/>
          </a:prstGeom>
          <a:solidFill>
            <a:srgbClr val="1349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371600"/>
            <a:ext cx="3291840" cy="329184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Testing Report</dc:title>
  <dc:subject>PptxGenJS Presentation</dc:subject>
  <dc:creator>Basmala</dc:creator>
  <cp:lastModifiedBy>Basmala</cp:lastModifiedBy>
  <cp:revision>1</cp:revision>
  <dcterms:created xsi:type="dcterms:W3CDTF">2026-07-10T20:49:39Z</dcterms:created>
  <dcterms:modified xsi:type="dcterms:W3CDTF">2026-07-10T20:49:39Z</dcterms:modified>
</cp:coreProperties>
</file>